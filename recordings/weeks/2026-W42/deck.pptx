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12 · lovable.dev/pricing · screenshot Oct 15 (archived copy)    Competitor watch</a:t>
            </a:r>
          </a:p>
        </p:txBody>
      </p:sp>
      <p:pic>
        <p:nvPicPr>
          <p:cNvPr id="4" name="Picture 3" descr="lovable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12 · lovable.dev · screenshot Oct 14 (archived copy)    Competitor watch</a:t>
            </a:r>
          </a:p>
        </p:txBody>
      </p:sp>
      <p:pic>
        <p:nvPicPr>
          <p:cNvPr id="4" name="Picture 3" descr="lovable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12 · replit.com/pricing · screenshot Oct 18 (archived copy)    Competitor watch</a:t>
            </a:r>
          </a:p>
        </p:txBody>
      </p:sp>
      <p:pic>
        <p:nvPicPr>
          <p:cNvPr id="4" name="Picture 3" descr="repli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12 · replit.com · screenshot Oct 16 (archived copy)    Competitor watch</a:t>
            </a:r>
          </a:p>
        </p:txBody>
      </p:sp>
      <p:pic>
        <p:nvPicPr>
          <p:cNvPr id="4" name="Picture 3" descr="repli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12 · bolt.new/pricing · screenshot Oct 16 (archived copy)    Competitor watch</a:t>
            </a:r>
          </a:p>
        </p:txBody>
      </p:sp>
      <p:pic>
        <p:nvPicPr>
          <p:cNvPr id="4" name="Picture 3" descr="bol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12 · bolt.new · screenshot Oct 14 (archived copy)    Competitor watch</a:t>
            </a:r>
          </a:p>
        </p:txBody>
      </p:sp>
      <p:pic>
        <p:nvPicPr>
          <p:cNvPr id="4" name="Picture 3" descr="bol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