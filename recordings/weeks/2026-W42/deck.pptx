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0400" y="609600"/>
            <a:ext cx="3556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3600" b="1">
                <a:solidFill>
                  <a:srgbClr val="18181B"/>
                </a:solidFill>
              </a:rPr>
              <a:t>Lovable pricing</a:t>
            </a:r>
          </a:p>
          <a:p>
            <a:pPr>
              <a:spcAft>
                <a:spcPts val="1080"/>
              </a:spcAft>
            </a:pPr>
            <a:r>
              <a:rPr sz="1800" b="0">
                <a:solidFill>
                  <a:srgbClr val="52525B"/>
                </a:solidFill>
              </a:rPr>
              <a:t>No change this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0400" y="6223000"/>
            <a:ext cx="10871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A1A1AA"/>
                </a:solidFill>
              </a:rPr>
              <a:t>Week of Oct 12 · lovable.dev/pricing · screenshot Oct 15 (archived copy)    Competitor watch</a:t>
            </a:r>
          </a:p>
        </p:txBody>
      </p:sp>
      <p:pic>
        <p:nvPicPr>
          <p:cNvPr id="4" name="Picture 3" descr="lovable-pric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200" y="609600"/>
            <a:ext cx="6756400" cy="46919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0400" y="609600"/>
            <a:ext cx="3556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3600" b="1">
                <a:solidFill>
                  <a:srgbClr val="18181B"/>
                </a:solidFill>
              </a:rPr>
              <a:t>Lovable homepage</a:t>
            </a:r>
          </a:p>
          <a:p>
            <a:pPr>
              <a:spcAft>
                <a:spcPts val="1080"/>
              </a:spcAft>
            </a:pPr>
            <a:r>
              <a:rPr sz="1800" b="0">
                <a:solidFill>
                  <a:srgbClr val="52525B"/>
                </a:solidFill>
              </a:rPr>
              <a:t>No change this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0400" y="6223000"/>
            <a:ext cx="10871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A1A1AA"/>
                </a:solidFill>
              </a:rPr>
              <a:t>Week of Oct 12 · lovable.dev · screenshot Oct 14 (archived copy)    Competitor watch</a:t>
            </a:r>
          </a:p>
        </p:txBody>
      </p:sp>
      <p:pic>
        <p:nvPicPr>
          <p:cNvPr id="4" name="Picture 3" descr="lovable-ho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200" y="609600"/>
            <a:ext cx="6756400" cy="46919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0400" y="609600"/>
            <a:ext cx="3556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3600" b="1">
                <a:solidFill>
                  <a:srgbClr val="18181B"/>
                </a:solidFill>
              </a:rPr>
              <a:t>Replit pricing</a:t>
            </a:r>
          </a:p>
          <a:p>
            <a:pPr>
              <a:spcAft>
                <a:spcPts val="1080"/>
              </a:spcAft>
            </a:pPr>
            <a:r>
              <a:rPr sz="1800" b="0">
                <a:solidFill>
                  <a:srgbClr val="52525B"/>
                </a:solidFill>
              </a:rPr>
              <a:t>No change this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0400" y="6223000"/>
            <a:ext cx="10871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A1A1AA"/>
                </a:solidFill>
              </a:rPr>
              <a:t>Week of Oct 12 · replit.com/pricing · screenshot Oct 18 (archived copy)    Competitor watch</a:t>
            </a:r>
          </a:p>
        </p:txBody>
      </p:sp>
      <p:pic>
        <p:nvPicPr>
          <p:cNvPr id="4" name="Picture 3" descr="replit-pric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200" y="609600"/>
            <a:ext cx="6756400" cy="46919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0400" y="609600"/>
            <a:ext cx="3556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3600" b="1">
                <a:solidFill>
                  <a:srgbClr val="18181B"/>
                </a:solidFill>
              </a:rPr>
              <a:t>Replit homepage</a:t>
            </a:r>
          </a:p>
          <a:p>
            <a:pPr>
              <a:spcAft>
                <a:spcPts val="1080"/>
              </a:spcAft>
            </a:pPr>
            <a:r>
              <a:rPr sz="1800" b="0">
                <a:solidFill>
                  <a:srgbClr val="52525B"/>
                </a:solidFill>
              </a:rPr>
              <a:t>No change this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0400" y="6223000"/>
            <a:ext cx="10871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A1A1AA"/>
                </a:solidFill>
              </a:rPr>
              <a:t>Week of Oct 12 · replit.com · screenshot Oct 16 (archived copy)    Competitor watch</a:t>
            </a:r>
          </a:p>
        </p:txBody>
      </p:sp>
      <p:pic>
        <p:nvPicPr>
          <p:cNvPr id="4" name="Picture 3" descr="replit-ho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200" y="609600"/>
            <a:ext cx="6756400" cy="46919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0400" y="609600"/>
            <a:ext cx="3556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3600" b="1">
                <a:solidFill>
                  <a:srgbClr val="18181B"/>
                </a:solidFill>
              </a:rPr>
              <a:t>Bolt pricing</a:t>
            </a:r>
          </a:p>
          <a:p>
            <a:pPr>
              <a:spcAft>
                <a:spcPts val="1080"/>
              </a:spcAft>
            </a:pPr>
            <a:r>
              <a:rPr sz="1800" b="0">
                <a:solidFill>
                  <a:srgbClr val="52525B"/>
                </a:solidFill>
              </a:rPr>
              <a:t>No change this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0400" y="6223000"/>
            <a:ext cx="10871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A1A1AA"/>
                </a:solidFill>
              </a:rPr>
              <a:t>Week of Oct 12 · bolt.new/pricing · screenshot Oct 16 (archived copy)    Competitor watch</a:t>
            </a:r>
          </a:p>
        </p:txBody>
      </p:sp>
      <p:pic>
        <p:nvPicPr>
          <p:cNvPr id="4" name="Picture 3" descr="bolt-pric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200" y="609600"/>
            <a:ext cx="6756400" cy="46919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0400" y="609600"/>
            <a:ext cx="3556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3600" b="1">
                <a:solidFill>
                  <a:srgbClr val="18181B"/>
                </a:solidFill>
              </a:rPr>
              <a:t>Bolt homepage</a:t>
            </a:r>
          </a:p>
          <a:p>
            <a:pPr>
              <a:spcAft>
                <a:spcPts val="1080"/>
              </a:spcAft>
            </a:pPr>
            <a:r>
              <a:rPr sz="1800" b="0">
                <a:solidFill>
                  <a:srgbClr val="52525B"/>
                </a:solidFill>
              </a:rPr>
              <a:t>No change this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0400" y="6223000"/>
            <a:ext cx="10871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A1A1AA"/>
                </a:solidFill>
              </a:rPr>
              <a:t>Week of Oct 12 · bolt.new · screenshot Oct 14 (archived copy)    Competitor watch</a:t>
            </a:r>
          </a:p>
        </p:txBody>
      </p:sp>
      <p:pic>
        <p:nvPicPr>
          <p:cNvPr id="4" name="Picture 3" descr="bolt-ho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200" y="609600"/>
            <a:ext cx="6756400" cy="46919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