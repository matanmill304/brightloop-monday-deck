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556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3600" b="1">
                <a:solidFill>
                  <a:srgbClr val="18181B"/>
                </a:solidFill>
              </a:rPr>
              <a:t>Lovable pricing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52525B"/>
                </a:solidFill>
              </a:rPr>
              <a:t>No change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223000"/>
            <a:ext cx="1087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A1A1AA"/>
                </a:solidFill>
              </a:rPr>
              <a:t>Week of Oct 19 · lovable.dev/pricing · screenshot Oct 23    Competitor watch</a:t>
            </a:r>
          </a:p>
        </p:txBody>
      </p:sp>
      <p:pic>
        <p:nvPicPr>
          <p:cNvPr id="4" name="Picture 3" descr="lovable-pric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609600"/>
            <a:ext cx="6756400" cy="46919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556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3600" b="1">
                <a:solidFill>
                  <a:srgbClr val="18181B"/>
                </a:solidFill>
              </a:rPr>
              <a:t>Lovable homepage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52525B"/>
                </a:solidFill>
              </a:rPr>
              <a:t>No change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223000"/>
            <a:ext cx="1087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A1A1AA"/>
                </a:solidFill>
              </a:rPr>
              <a:t>Week of Oct 19 · lovable.dev · screenshot Oct 23    Competitor watch</a:t>
            </a:r>
          </a:p>
        </p:txBody>
      </p:sp>
      <p:pic>
        <p:nvPicPr>
          <p:cNvPr id="4" name="Picture 3" descr="lovable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609600"/>
            <a:ext cx="6756400" cy="46919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556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3600" b="1">
                <a:solidFill>
                  <a:srgbClr val="18181B"/>
                </a:solidFill>
              </a:rPr>
              <a:t>Replit pricing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52525B"/>
                </a:solidFill>
              </a:rPr>
              <a:t>No change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223000"/>
            <a:ext cx="1087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A1A1AA"/>
                </a:solidFill>
              </a:rPr>
              <a:t>Week of Oct 19 · replit.com/pricing · screenshot Oct 23    Competitor watch</a:t>
            </a:r>
          </a:p>
        </p:txBody>
      </p:sp>
      <p:pic>
        <p:nvPicPr>
          <p:cNvPr id="4" name="Picture 3" descr="replit-pric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609600"/>
            <a:ext cx="6756400" cy="46919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556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3600" b="1">
                <a:solidFill>
                  <a:srgbClr val="18181B"/>
                </a:solidFill>
              </a:rPr>
              <a:t>Replit homepage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52525B"/>
                </a:solidFill>
              </a:rPr>
              <a:t>No change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223000"/>
            <a:ext cx="1087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A1A1AA"/>
                </a:solidFill>
              </a:rPr>
              <a:t>Week of Oct 19 · replit.com · screenshot Oct 23    Competitor watch</a:t>
            </a:r>
          </a:p>
        </p:txBody>
      </p:sp>
      <p:pic>
        <p:nvPicPr>
          <p:cNvPr id="4" name="Picture 3" descr="replit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609600"/>
            <a:ext cx="6756400" cy="46919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556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3600" b="1">
                <a:solidFill>
                  <a:srgbClr val="18181B"/>
                </a:solidFill>
              </a:rPr>
              <a:t>Bolt pricing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52525B"/>
                </a:solidFill>
              </a:rPr>
              <a:t>Changed this week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18181B"/>
                </a:solidFill>
              </a:rPr>
              <a:t>Oct 20   Update the Bolt pricing slide: "1M tokens per month" → "1M tokens/month to try Bolt".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18181B"/>
                </a:solidFill>
              </a:rPr>
              <a:t>Oct 20   Update the Bolt pricing slide: new on the page: "10M tokens/month, rollover included".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18181B"/>
                </a:solidFill>
              </a:rPr>
              <a:t>Oct 20   Update the Bolt pricing slide: no longer on the page: "300K tokens daily limit".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18181B"/>
                </a:solidFill>
              </a:rPr>
              <a:t>Oct 20   Update the Bolt pricing slide: no longer on the page: "Start at 10M tokens per month".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223000"/>
            <a:ext cx="1087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A1A1AA"/>
                </a:solidFill>
              </a:rPr>
              <a:t>Week of Oct 19 · bolt.new/pricing · screenshot Oct 23    Competitor watch</a:t>
            </a:r>
          </a:p>
        </p:txBody>
      </p:sp>
      <p:pic>
        <p:nvPicPr>
          <p:cNvPr id="4" name="Picture 3" descr="bolt-pric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609600"/>
            <a:ext cx="6756400" cy="46919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0400" y="609600"/>
            <a:ext cx="3556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3600" b="1">
                <a:solidFill>
                  <a:srgbClr val="18181B"/>
                </a:solidFill>
              </a:rPr>
              <a:t>Bolt homepage</a:t>
            </a:r>
          </a:p>
          <a:p>
            <a:pPr>
              <a:spcAft>
                <a:spcPts val="1080"/>
              </a:spcAft>
            </a:pPr>
            <a:r>
              <a:rPr sz="1800" b="0">
                <a:solidFill>
                  <a:srgbClr val="52525B"/>
                </a:solidFill>
              </a:rPr>
              <a:t>No change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0400" y="6223000"/>
            <a:ext cx="1087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A1A1AA"/>
                </a:solidFill>
              </a:rPr>
              <a:t>Week of Oct 19 · bolt.new · screenshot Oct 23    Competitor watch</a:t>
            </a:r>
          </a:p>
        </p:txBody>
      </p:sp>
      <p:pic>
        <p:nvPicPr>
          <p:cNvPr id="4" name="Picture 3" descr="bolt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609600"/>
            <a:ext cx="6756400" cy="4691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