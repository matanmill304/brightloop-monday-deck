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lovable.dev/pricing · screenshot Oct 23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lovable.dev · screenshot Oct 23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23   Update the Replit pricing slide: $90 → $100,.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replit.com/pricing · screenshot Oct 23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23   Update the Replit homepage slide: $90 → $0,.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replit.com · screenshot Oct 23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20   Update the Bolt pricing slide: Pricing page text changed since Oct 16: now says "enterprise-grade security and compliance certifications access to best newest ai models public private….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bolt.new/pricing · screenshot Oct 23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bolt.new · screenshot Oct 23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