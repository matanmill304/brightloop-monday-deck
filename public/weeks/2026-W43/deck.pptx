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lovable.dev/pricing · screenshot Oct 23    Competitor watch</a:t>
            </a:r>
          </a:p>
        </p:txBody>
      </p:sp>
      <p:pic>
        <p:nvPicPr>
          <p:cNvPr id="4" name="Picture 3" descr="lovable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Lovable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lovable.dev · screenshot Oct 23    Competitor watch</a:t>
            </a:r>
          </a:p>
        </p:txBody>
      </p:sp>
      <p:pic>
        <p:nvPicPr>
          <p:cNvPr id="4" name="Picture 3" descr="lovable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replit.com/pricing · screenshot Oct 23    Competitor watch</a:t>
            </a:r>
          </a:p>
        </p:txBody>
      </p:sp>
      <p:pic>
        <p:nvPicPr>
          <p:cNvPr id="4" name="Picture 3" descr="repli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Replit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replit.com · screenshot Oct 23    Competitor watch</a:t>
            </a:r>
          </a:p>
        </p:txBody>
      </p:sp>
      <p:pic>
        <p:nvPicPr>
          <p:cNvPr id="4" name="Picture 3" descr="repli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pricing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Changed this week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20   "1M tokens per month" → "1M tokens/month to try Bolt"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20   New on the page: "10M tokens/month, rollover included"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20   No longer on the page: "300K tokens daily limit"</a:t>
            </a:r>
          </a:p>
          <a:p>
            <a:pPr>
              <a:spcAft>
                <a:spcPts val="840"/>
              </a:spcAft>
            </a:pPr>
            <a:r>
              <a:rPr sz="1400" b="0">
                <a:solidFill>
                  <a:srgbClr val="18181B"/>
                </a:solidFill>
              </a:rPr>
              <a:t>Oct 20   No longer on the page: "Start at 10M tokens per month"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bolt.new/pricing · screenshot Oct 23    Competitor watch</a:t>
            </a:r>
          </a:p>
        </p:txBody>
      </p:sp>
      <p:pic>
        <p:nvPicPr>
          <p:cNvPr id="4" name="Picture 3" descr="bolt-pric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556000" cy="520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3600" b="1">
                <a:solidFill>
                  <a:srgbClr val="18181B"/>
                </a:solidFill>
              </a:rPr>
              <a:t>Bolt homepage</a:t>
            </a:r>
          </a:p>
          <a:p>
            <a:pPr>
              <a:spcAft>
                <a:spcPts val="1080"/>
              </a:spcAft>
            </a:pPr>
            <a:r>
              <a:rPr sz="1800" b="0">
                <a:solidFill>
                  <a:srgbClr val="52525B"/>
                </a:solidFill>
              </a:rPr>
              <a:t>No change 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223000"/>
            <a:ext cx="108712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A1A1AA"/>
                </a:solidFill>
              </a:rPr>
              <a:t>Week of Oct 19 · bolt.new · screenshot Oct 23    Competitor watch</a:t>
            </a:r>
          </a:p>
        </p:txBody>
      </p:sp>
      <p:pic>
        <p:nvPicPr>
          <p:cNvPr id="4" name="Picture 3" descr="bolt-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0" y="609600"/>
            <a:ext cx="6756400" cy="4691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