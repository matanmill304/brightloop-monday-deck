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lovable.dev/pricing · screenshot Oct 4 (archived copy)    Competitor watch</a:t>
            </a:r>
          </a:p>
        </p:txBody>
      </p:sp>
      <p:pic>
        <p:nvPicPr>
          <p:cNvPr id="4" name="Picture 3" descr="lovable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lovable.dev · screenshot Oct 3 (archived copy)    Competitor watch</a:t>
            </a:r>
          </a:p>
        </p:txBody>
      </p:sp>
      <p:pic>
        <p:nvPicPr>
          <p:cNvPr id="4" name="Picture 3" descr="lovable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replit.com/pricing · screenshot Oct 2 (archived copy)    Competitor watch</a:t>
            </a:r>
          </a:p>
        </p:txBody>
      </p:sp>
      <p:pic>
        <p:nvPicPr>
          <p:cNvPr id="4" name="Picture 3" descr="repli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replit.com · screenshot Oct 3 (archived copy)    Competitor watch</a:t>
            </a:r>
          </a:p>
        </p:txBody>
      </p:sp>
      <p:pic>
        <p:nvPicPr>
          <p:cNvPr id="4" name="Picture 3" descr="repli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Changed this week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Sep 30   Update the Bolt pricing slide: new on the page: "Bolt Lite ($9/month, invite only during the research preview) is powered by Bolt Forge and is the only AI mode on that plan.".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1   Update the Bolt pricing slide: no longer on the page: "Bolt Lite ($9/month, invite only during the research preview) is powered by Bolt Forge and is the only AI mode on that plan.".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bolt.new/pricing · screenshot Oct 4 (archived copy)    Competitor watch</a:t>
            </a:r>
          </a:p>
        </p:txBody>
      </p:sp>
      <p:pic>
        <p:nvPicPr>
          <p:cNvPr id="4" name="Picture 3" descr="bol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Sep 28 · bolt.new · screenshot Oct 4 (archived copy)    Competitor watch</a:t>
            </a:r>
          </a:p>
        </p:txBody>
      </p:sp>
      <p:pic>
        <p:nvPicPr>
          <p:cNvPr id="4" name="Picture 3" descr="bol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