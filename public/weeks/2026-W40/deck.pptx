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Sep 28   Update the Lovable pricing slide: Pricing page text changed since Sep 25: now says "start for free upgrade to get the capacity that exactly matches your team s needs frequently asked questions….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lovable.dev/pricing · screenshot Oct 4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lovable.dev · screenshot Oct 3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   Update the Replit pricing slide: Pricing page text changed since Sep 29: now says "replit is the ai platform that helps you turn your ideas into real outcomes describe what you want; natural….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replit.com/pricing · screenshot Oct 2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   Update the Replit homepage slide: Homepage text changed since Sep 27: now says "replit is the ai platform that helps you turn your ideas into real outcomes describe what you want in natural….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replit.com · screenshot Oct 3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Sep 29   Update the Bolt pricing slide: Pricing page text changed since Sep 30: no longer says "bolt lite $9/month, invite only during the research preview is powered by bolt forge and is the only….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bolt.new/pricing · screenshot Oct 4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bolt.new · screenshot Oct 4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