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Lovable pricing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5 · lovable.dev/pricing · screenshot Oct 10 (archived copy)    Competitor watch</a:t>
            </a:r>
          </a:p>
        </p:txBody>
      </p:sp>
      <p:pic>
        <p:nvPicPr>
          <p:cNvPr id="4" name="Picture 3" descr="lovable-pric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Lovable homepage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5 · lovable.dev · screenshot Oct 8 (archived copy)    Competitor watch</a:t>
            </a:r>
          </a:p>
        </p:txBody>
      </p:sp>
      <p:pic>
        <p:nvPicPr>
          <p:cNvPr id="4" name="Picture 3" descr="lovable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Replit pricing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Changed this week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8181B"/>
                </a:solidFill>
              </a:rPr>
              <a:t>Oct 7   "$20 towards most powerful models" → "$20 towards more powerful models"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5 · replit.com/pricing · screenshot Oct 11 (archived copy)    Competitor watch</a:t>
            </a:r>
          </a:p>
        </p:txBody>
      </p:sp>
      <p:pic>
        <p:nvPicPr>
          <p:cNvPr id="4" name="Picture 3" descr="replit-pric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Replit homepage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Changed this week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8181B"/>
                </a:solidFill>
              </a:rPr>
              <a:t>Oct 7   "$20 towards most powerful models" → "$20 towards more powerful models"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5 · replit.com · screenshot Oct 11 (archived copy)    Competitor watch</a:t>
            </a:r>
          </a:p>
        </p:txBody>
      </p:sp>
      <p:pic>
        <p:nvPicPr>
          <p:cNvPr id="4" name="Picture 3" descr="replit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Bolt pricing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5 · bolt.new/pricing · screenshot Oct 10 (archived copy)    Competitor watch</a:t>
            </a:r>
          </a:p>
        </p:txBody>
      </p:sp>
      <p:pic>
        <p:nvPicPr>
          <p:cNvPr id="4" name="Picture 3" descr="bolt-pric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Bolt homepage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5 · bolt.new · screenshot Oct 11 (archived copy)    Competitor watch</a:t>
            </a:r>
          </a:p>
        </p:txBody>
      </p:sp>
      <p:pic>
        <p:nvPicPr>
          <p:cNvPr id="4" name="Picture 3" descr="bolt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